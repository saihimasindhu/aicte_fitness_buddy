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2" r:id="rId12"/>
    <p:sldId id="303" r:id="rId13"/>
    <p:sldId id="310" r:id="rId14"/>
    <p:sldId id="304" r:id="rId15"/>
    <p:sldId id="305" r:id="rId16"/>
    <p:sldId id="306" r:id="rId17"/>
    <p:sldId id="307" r:id="rId18"/>
    <p:sldId id="308" r:id="rId19"/>
    <p:sldId id="309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</pc:sldChg>
    </pc:docChg>
  </pc:docChgLst>
  <pc:docChgLst>
    <pc:chgData name="Aman Shrivastava" userId="S::ashrivastava@edunetfoundation.org::c21995ab-fa37-4cde-b5a3-dec0fb9e9a10" providerId="AD" clId="Web-{E27D249D-B118-0810-7731-E1B1C378D9D3}"/>
    <pc:docChg chg="modSld">
      <pc:chgData name="Aman Shrivastava" userId="S::ashrivastava@edunetfoundation.org::c21995ab-fa37-4cde-b5a3-dec0fb9e9a10" providerId="AD" clId="Web-{E27D249D-B118-0810-7731-E1B1C378D9D3}" dt="2026-06-19T09:09:54.163" v="1" actId="20577"/>
      <pc:docMkLst>
        <pc:docMk/>
      </pc:docMkLst>
      <pc:sldChg chg="modSp">
        <pc:chgData name="Aman Shrivastava" userId="S::ashrivastava@edunetfoundation.org::c21995ab-fa37-4cde-b5a3-dec0fb9e9a10" providerId="AD" clId="Web-{E27D249D-B118-0810-7731-E1B1C378D9D3}" dt="2026-06-19T09:09:54.163" v="1" actId="20577"/>
        <pc:sldMkLst>
          <pc:docMk/>
          <pc:sldMk cId="3764405840" sldId="278"/>
        </pc:sldMkLst>
        <pc:spChg chg="mod">
          <ac:chgData name="Aman Shrivastava" userId="S::ashrivastava@edunetfoundation.org::c21995ab-fa37-4cde-b5a3-dec0fb9e9a10" providerId="AD" clId="Web-{E27D249D-B118-0810-7731-E1B1C378D9D3}" dt="2026-06-19T09:09:54.163" v="1" actId="20577"/>
          <ac:spMkLst>
            <pc:docMk/>
            <pc:sldMk cId="3764405840" sldId="278"/>
            <ac:spMk id="3" creationId="{4A7608B5-9906-EFCF-959A-E89FC2E3EE19}"/>
          </ac:spMkLst>
        </pc:spChg>
      </pc:sldChg>
    </pc:docChg>
  </pc:docChgLst>
  <pc:docChgLst>
    <pc:chgData name="Bhupesh Vyankat Ther" userId="S::bvther@edunetfoundation.org::3dcf1697-dd97-45f9-859f-b5bba4487417" providerId="AD" clId="Web-{9DDCDCB8-E336-06C9-9BC1-C212CD122CD0}"/>
    <pc:docChg chg="modSld">
      <pc:chgData name="Bhupesh Vyankat Ther" userId="S::bvther@edunetfoundation.org::3dcf1697-dd97-45f9-859f-b5bba4487417" providerId="AD" clId="Web-{9DDCDCB8-E336-06C9-9BC1-C212CD122CD0}" dt="2026-06-23T04:41:50.196" v="0" actId="1076"/>
      <pc:docMkLst>
        <pc:docMk/>
      </pc:docMkLst>
      <pc:sldChg chg="modSp">
        <pc:chgData name="Bhupesh Vyankat Ther" userId="S::bvther@edunetfoundation.org::3dcf1697-dd97-45f9-859f-b5bba4487417" providerId="AD" clId="Web-{9DDCDCB8-E336-06C9-9BC1-C212CD122CD0}" dt="2026-06-23T04:41:50.196" v="0" actId="1076"/>
        <pc:sldMkLst>
          <pc:docMk/>
          <pc:sldMk cId="1229047658" sldId="288"/>
        </pc:sldMkLst>
        <pc:picChg chg="mod">
          <ac:chgData name="Bhupesh Vyankat Ther" userId="S::bvther@edunetfoundation.org::3dcf1697-dd97-45f9-859f-b5bba4487417" providerId="AD" clId="Web-{9DDCDCB8-E336-06C9-9BC1-C212CD122CD0}" dt="2026-06-23T04:41:50.196" v="0" actId="1076"/>
          <ac:picMkLst>
            <pc:docMk/>
            <pc:sldMk cId="1229047658" sldId="288"/>
            <ac:picMk id="4" creationId="{A037CFD0-B7FF-D9BE-3433-88E5844EF332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5597DED7-87E9-8FFE-C42B-07F44890EE69}"/>
    <pc:docChg chg="addSld delSld">
      <pc:chgData name="Aswini Kumar Motapothula" userId="S::aswinikumar@edunetfoundation.org::8849ae8d-bc89-4217-899c-9440ffcae5bb" providerId="AD" clId="Web-{5597DED7-87E9-8FFE-C42B-07F44890EE69}" dt="2026-07-14T12:42:56.737" v="35"/>
      <pc:docMkLst>
        <pc:docMk/>
      </pc:docMkLst>
      <pc:sldChg chg="del">
        <pc:chgData name="Aswini Kumar Motapothula" userId="S::aswinikumar@edunetfoundation.org::8849ae8d-bc89-4217-899c-9440ffcae5bb" providerId="AD" clId="Web-{5597DED7-87E9-8FFE-C42B-07F44890EE69}" dt="2026-07-14T12:42:56.737" v="35"/>
        <pc:sldMkLst>
          <pc:docMk/>
          <pc:sldMk cId="0" sldId="25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9"/>
        <pc:sldMkLst>
          <pc:docMk/>
          <pc:sldMk cId="0" sldId="26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8"/>
        <pc:sldMkLst>
          <pc:docMk/>
          <pc:sldMk cId="0" sldId="264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1"/>
        <pc:sldMkLst>
          <pc:docMk/>
          <pc:sldMk cId="0" sldId="27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7"/>
        <pc:sldMkLst>
          <pc:docMk/>
          <pc:sldMk cId="2115484872" sldId="27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2"/>
        <pc:sldMkLst>
          <pc:docMk/>
          <pc:sldMk cId="3764405840" sldId="27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0"/>
        <pc:sldMkLst>
          <pc:docMk/>
          <pc:sldMk cId="2772501912" sldId="279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4"/>
        <pc:sldMkLst>
          <pc:docMk/>
          <pc:sldMk cId="2136706720" sldId="280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1"/>
        <pc:sldMkLst>
          <pc:docMk/>
          <pc:sldMk cId="328526394" sldId="281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4"/>
        <pc:sldMkLst>
          <pc:docMk/>
          <pc:sldMk cId="2952584201" sldId="282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42.455" v="20"/>
        <pc:sldMkLst>
          <pc:docMk/>
          <pc:sldMk cId="957564641" sldId="283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33"/>
        <pc:sldMkLst>
          <pc:docMk/>
          <pc:sldMk cId="2290294991" sldId="285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37" v="26"/>
        <pc:sldMkLst>
          <pc:docMk/>
          <pc:sldMk cId="917964102" sldId="286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5"/>
        <pc:sldMkLst>
          <pc:docMk/>
          <pc:sldMk cId="2605851928" sldId="287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3"/>
        <pc:sldMkLst>
          <pc:docMk/>
          <pc:sldMk cId="1229047658" sldId="288"/>
        </pc:sldMkLst>
      </pc:sldChg>
      <pc:sldChg chg="del">
        <pc:chgData name="Aswini Kumar Motapothula" userId="S::aswinikumar@edunetfoundation.org::8849ae8d-bc89-4217-899c-9440ffcae5bb" providerId="AD" clId="Web-{5597DED7-87E9-8FFE-C42B-07F44890EE69}" dt="2026-07-14T12:42:56.721" v="22"/>
        <pc:sldMkLst>
          <pc:docMk/>
          <pc:sldMk cId="2506610743" sldId="28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157" v="0"/>
        <pc:sldMkLst>
          <pc:docMk/>
          <pc:sldMk cId="3828559527" sldId="29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04" v="1"/>
        <pc:sldMkLst>
          <pc:docMk/>
          <pc:sldMk cId="952317876" sldId="29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266" v="2"/>
        <pc:sldMkLst>
          <pc:docMk/>
          <pc:sldMk cId="261653373" sldId="29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13" v="3"/>
        <pc:sldMkLst>
          <pc:docMk/>
          <pc:sldMk cId="619459906" sldId="29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360" v="4"/>
        <pc:sldMkLst>
          <pc:docMk/>
          <pc:sldMk cId="443603904" sldId="29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563" v="5"/>
        <pc:sldMkLst>
          <pc:docMk/>
          <pc:sldMk cId="3114963633" sldId="29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735" v="6"/>
        <pc:sldMkLst>
          <pc:docMk/>
          <pc:sldMk cId="1316545553" sldId="29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8.923" v="7"/>
        <pc:sldMkLst>
          <pc:docMk/>
          <pc:sldMk cId="232371894" sldId="29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094" v="8"/>
        <pc:sldMkLst>
          <pc:docMk/>
          <pc:sldMk cId="445195169" sldId="29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235" v="9"/>
        <pc:sldMkLst>
          <pc:docMk/>
          <pc:sldMk cId="4000696967" sldId="299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345" v="10"/>
        <pc:sldMkLst>
          <pc:docMk/>
          <pc:sldMk cId="893417001" sldId="300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548" v="11"/>
        <pc:sldMkLst>
          <pc:docMk/>
          <pc:sldMk cId="1429961814" sldId="301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704" v="12"/>
        <pc:sldMkLst>
          <pc:docMk/>
          <pc:sldMk cId="3585092305" sldId="302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876" v="13"/>
        <pc:sldMkLst>
          <pc:docMk/>
          <pc:sldMk cId="2601907186" sldId="303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38" v="14"/>
        <pc:sldMkLst>
          <pc:docMk/>
          <pc:sldMk cId="2325282270" sldId="304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29.970" v="15"/>
        <pc:sldMkLst>
          <pc:docMk/>
          <pc:sldMk cId="4040412275" sldId="305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016" v="16"/>
        <pc:sldMkLst>
          <pc:docMk/>
          <pc:sldMk cId="740028465" sldId="306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157" v="17"/>
        <pc:sldMkLst>
          <pc:docMk/>
          <pc:sldMk cId="2833482715" sldId="307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282" v="18"/>
        <pc:sldMkLst>
          <pc:docMk/>
          <pc:sldMk cId="4175177701" sldId="308"/>
        </pc:sldMkLst>
      </pc:sldChg>
      <pc:sldChg chg="add">
        <pc:chgData name="Aswini Kumar Motapothula" userId="S::aswinikumar@edunetfoundation.org::8849ae8d-bc89-4217-899c-9440ffcae5bb" providerId="AD" clId="Web-{5597DED7-87E9-8FFE-C42B-07F44890EE69}" dt="2026-07-14T12:42:30.391" v="19"/>
        <pc:sldMkLst>
          <pc:docMk/>
          <pc:sldMk cId="1440137342" sldId="309"/>
        </pc:sldMkLst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  <pc:docChgLst>
    <pc:chgData name="Aman Shrivastava" userId="S::ashrivastava@edunetfoundation.org::c21995ab-fa37-4cde-b5a3-dec0fb9e9a10" providerId="AD" clId="Web-{A6B9108B-7598-1D50-C4AA-8A38026DAEEF}"/>
    <pc:docChg chg="modSld">
      <pc:chgData name="Aman Shrivastava" userId="S::ashrivastava@edunetfoundation.org::c21995ab-fa37-4cde-b5a3-dec0fb9e9a10" providerId="AD" clId="Web-{A6B9108B-7598-1D50-C4AA-8A38026DAEEF}" dt="2026-06-19T06:56:18.840" v="15" actId="20577"/>
      <pc:docMkLst>
        <pc:docMk/>
      </pc:docMkLst>
      <pc:sldChg chg="modSp">
        <pc:chgData name="Aman Shrivastava" userId="S::ashrivastava@edunetfoundation.org::c21995ab-fa37-4cde-b5a3-dec0fb9e9a10" providerId="AD" clId="Web-{A6B9108B-7598-1D50-C4AA-8A38026DAEEF}" dt="2026-06-19T06:56:18.840" v="15" actId="20577"/>
        <pc:sldMkLst>
          <pc:docMk/>
          <pc:sldMk cId="2605851928" sldId="287"/>
        </pc:sldMkLst>
        <pc:spChg chg="mod">
          <ac:chgData name="Aman Shrivastava" userId="S::ashrivastava@edunetfoundation.org::c21995ab-fa37-4cde-b5a3-dec0fb9e9a10" providerId="AD" clId="Web-{A6B9108B-7598-1D50-C4AA-8A38026DAEEF}" dt="2026-06-19T06:56:18.840" v="15" actId="20577"/>
          <ac:spMkLst>
            <pc:docMk/>
            <pc:sldMk cId="2605851928" sldId="287"/>
            <ac:spMk id="279" creationId="{3711AF54-94A6-B837-31EF-9A8C4ECB9AF6}"/>
          </ac:spMkLst>
        </pc:spChg>
      </pc:sldChg>
      <pc:sldChg chg="addSp delSp modSp">
        <pc:chgData name="Aman Shrivastava" userId="S::ashrivastava@edunetfoundation.org::c21995ab-fa37-4cde-b5a3-dec0fb9e9a10" providerId="AD" clId="Web-{A6B9108B-7598-1D50-C4AA-8A38026DAEEF}" dt="2026-06-19T06:56:04.356" v="13" actId="1076"/>
        <pc:sldMkLst>
          <pc:docMk/>
          <pc:sldMk cId="1229047658" sldId="288"/>
        </pc:sldMkLst>
        <pc:picChg chg="add mod">
          <ac:chgData name="Aman Shrivastava" userId="S::ashrivastava@edunetfoundation.org::c21995ab-fa37-4cde-b5a3-dec0fb9e9a10" providerId="AD" clId="Web-{A6B9108B-7598-1D50-C4AA-8A38026DAEEF}" dt="2026-06-19T06:56:04.356" v="13" actId="1076"/>
          <ac:picMkLst>
            <pc:docMk/>
            <pc:sldMk cId="1229047658" sldId="288"/>
            <ac:picMk id="4" creationId="{A037CFD0-B7FF-D9BE-3433-88E5844EF332}"/>
          </ac:picMkLst>
        </pc:picChg>
      </pc:sldChg>
      <pc:sldChg chg="addSp delSp modSp">
        <pc:chgData name="Aman Shrivastava" userId="S::ashrivastava@edunetfoundation.org::c21995ab-fa37-4cde-b5a3-dec0fb9e9a10" providerId="AD" clId="Web-{A6B9108B-7598-1D50-C4AA-8A38026DAEEF}" dt="2026-06-19T06:53:17.010" v="3"/>
        <pc:sldMkLst>
          <pc:docMk/>
          <pc:sldMk cId="2506610743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730755907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Kancherla Sai Hima Sindhu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sindhukancherla2003@gmail.com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7569193934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dirty="0">
                <a:highlight>
                  <a:srgbClr val="FFFF00"/>
                </a:highlight>
              </a:rPr>
              <a:t>Health &amp; Fitness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10795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>
                <a:highlight>
                  <a:srgbClr val="FFFF00"/>
                </a:highlight>
              </a:rPr>
              <a:t>Fitness Buddy – AI Powered Personal Fitness Assistant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2A6B8-C451-C797-2266-E4CCD1FAA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094" y="3683879"/>
            <a:ext cx="1013183" cy="97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14914"/>
            <a:ext cx="106070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b="1" dirty="0"/>
              <a:t>Fitness Buddy – AI Powered Personal Fitness Assistant</a:t>
            </a:r>
            <a:endParaRPr lang="en-US" b="1" dirty="0"/>
          </a:p>
          <a:p>
            <a:endParaRPr lang="en-IN" b="1" dirty="0"/>
          </a:p>
          <a:p>
            <a:r>
              <a:rPr lang="en-IN" sz="1600" b="1" dirty="0"/>
              <a:t>The Challenge</a:t>
            </a:r>
          </a:p>
          <a:p>
            <a:r>
              <a:rPr lang="en-IN" sz="1600" dirty="0"/>
              <a:t>Many individuals struggle to maintain a healthy lifestyle because of: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Lack of personalized fitness guidance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Busy schedules and time constraints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Inconsistent motivation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Limited access to affordable fitness coaching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Traditional fitness solutions are expensive and not always available when needed.</a:t>
            </a:r>
          </a:p>
          <a:p>
            <a:endParaRPr lang="en-IN" b="1" dirty="0"/>
          </a:p>
          <a:p>
            <a:r>
              <a:rPr lang="en-IN" sz="1600" b="1" dirty="0"/>
              <a:t>Objective</a:t>
            </a:r>
          </a:p>
          <a:p>
            <a:r>
              <a:rPr lang="en-IN" sz="1600" dirty="0"/>
              <a:t>Build an AI-powered Fitness Buddy that: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Recommends home workouts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Suggests healthy meal ideas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Provides motivational guidance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Encourages habit building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Delivers personalized fitness support anytime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Based on your problem statement screenshot.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330462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644898" y="1952194"/>
            <a:ext cx="1060704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sz="1600" b="1" dirty="0"/>
              <a:t>Proposed Solution: </a:t>
            </a:r>
            <a:r>
              <a:rPr lang="en-IN" sz="1600" b="1" dirty="0"/>
              <a:t>Fitness Buddy – AI Powered Personal Fitness Assistant</a:t>
            </a:r>
          </a:p>
          <a:p>
            <a:endParaRPr lang="en-IN" sz="1600" dirty="0"/>
          </a:p>
          <a:p>
            <a:r>
              <a:rPr lang="en-IN" sz="1600" dirty="0"/>
              <a:t>Fitness Buddy is an AI-powered virtual fitness coach developed using IBM Granite Models and IBM Cloud Lite Services.</a:t>
            </a:r>
          </a:p>
          <a:p>
            <a:endParaRPr lang="en-IN" sz="1600" dirty="0"/>
          </a:p>
          <a:p>
            <a:r>
              <a:rPr lang="en-IN" sz="1600" dirty="0"/>
              <a:t>The system interacts with users through natural language conversations and provides: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Personalized workout plans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Daily fitness recommendations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Healthy meal suggestions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Habit tracking support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Motivation and wellness tips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Users can enter age, weight, fitness goal, activity level, and preferences to receive customized guidance.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946297"/>
            <a:ext cx="105156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Python (Flask)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HTML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CSS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JavaScript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Index.html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477BC-8482-7928-ADB2-6C04ED53D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907" y="1889824"/>
            <a:ext cx="8013290" cy="45074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F4711B-8B38-BCD6-7B99-ACD1FE202030}"/>
              </a:ext>
            </a:extLst>
          </p:cNvPr>
          <p:cNvSpPr/>
          <p:nvPr/>
        </p:nvSpPr>
        <p:spPr>
          <a:xfrm>
            <a:off x="5240594" y="1946787"/>
            <a:ext cx="4129548" cy="383458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3D9A73B-131E-1280-8A15-F0E1AFE03D1B}"/>
              </a:ext>
            </a:extLst>
          </p:cNvPr>
          <p:cNvSpPr/>
          <p:nvPr/>
        </p:nvSpPr>
        <p:spPr>
          <a:xfrm>
            <a:off x="7895303" y="765155"/>
            <a:ext cx="476696" cy="11246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BC2CAB-C6CF-4104-13B1-1F5CBE7B8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923" y="1055428"/>
            <a:ext cx="9543192" cy="536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A290A-6680-D490-E6D4-9336496B1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35" y="400546"/>
            <a:ext cx="11145396" cy="571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C7EBE-0BD7-087B-4125-EBCA571B6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82" y="993058"/>
            <a:ext cx="11228438" cy="554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11960" y="1580448"/>
            <a:ext cx="74066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</a:t>
            </a:r>
            <a:r>
              <a:rPr lang="en-IN" b="1" dirty="0"/>
              <a:t>Fitness Buddy </a:t>
            </a:r>
            <a:endParaRPr lang="en-US" b="1" dirty="0"/>
          </a:p>
          <a:p>
            <a:endParaRPr lang="en-IN" dirty="0"/>
          </a:p>
          <a:p>
            <a:r>
              <a:rPr lang="en-IN" dirty="0"/>
              <a:t>Agentic AI enables Fitness Buddy to operate as an intelligent virtual fitness coach.</a:t>
            </a:r>
          </a:p>
          <a:p>
            <a:endParaRPr lang="en-IN" b="1" dirty="0"/>
          </a:p>
          <a:p>
            <a:r>
              <a:rPr lang="en-IN" b="1" dirty="0"/>
              <a:t>Specialized Agents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Workout Agent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Nutrition Agent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Motivation Agent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Habit Tracking Agent </a:t>
            </a:r>
          </a:p>
          <a:p>
            <a:endParaRPr lang="en-IN" b="1" dirty="0"/>
          </a:p>
          <a:p>
            <a:r>
              <a:rPr lang="en-IN" b="1" dirty="0"/>
              <a:t>Benefits: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Personalized recommendations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Context awareness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Goal-oriented guidance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Continuous interaction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Better user engagement 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8F435-74F3-2C84-5D26-3DB94C9FB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537" y="863288"/>
            <a:ext cx="9687413" cy="544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EDC01-2156-0583-3063-B14E102D6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24" y="958426"/>
            <a:ext cx="9901560" cy="55696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6B4C8E-361F-5C8C-E7F0-FDF33ADB52E4}"/>
              </a:ext>
            </a:extLst>
          </p:cNvPr>
          <p:cNvSpPr/>
          <p:nvPr/>
        </p:nvSpPr>
        <p:spPr>
          <a:xfrm flipV="1">
            <a:off x="4336025" y="3965917"/>
            <a:ext cx="324466" cy="1505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357BE-F93F-2D1B-A400-1010A6C4E033}"/>
              </a:ext>
            </a:extLst>
          </p:cNvPr>
          <p:cNvSpPr/>
          <p:nvPr/>
        </p:nvSpPr>
        <p:spPr>
          <a:xfrm>
            <a:off x="4336025" y="4513006"/>
            <a:ext cx="324466" cy="11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0160D-8DA9-726D-FCA9-5ED475E2F13B}"/>
              </a:ext>
            </a:extLst>
          </p:cNvPr>
          <p:cNvSpPr/>
          <p:nvPr/>
        </p:nvSpPr>
        <p:spPr>
          <a:xfrm>
            <a:off x="6223819" y="4513006"/>
            <a:ext cx="245807" cy="11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A8A2-4DF0-5820-80E7-958C6760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365126"/>
            <a:ext cx="5375787" cy="883571"/>
          </a:xfrm>
        </p:spPr>
        <p:txBody>
          <a:bodyPr>
            <a:normAutofit/>
          </a:bodyPr>
          <a:lstStyle/>
          <a:p>
            <a:r>
              <a:rPr lang="en-US" sz="3200" b="1" dirty="0">
                <a:sym typeface="Times New Roman"/>
              </a:rPr>
              <a:t>Project Output Screenshot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37F61-E812-9197-9691-0EF093535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090" y="1170039"/>
            <a:ext cx="9271819" cy="52153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DCA231-BA4C-4CF5-2408-79358BE7440D}"/>
              </a:ext>
            </a:extLst>
          </p:cNvPr>
          <p:cNvSpPr/>
          <p:nvPr/>
        </p:nvSpPr>
        <p:spPr>
          <a:xfrm>
            <a:off x="4542503" y="4355690"/>
            <a:ext cx="521110" cy="3834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F35BF4-C025-DD88-647D-F1E545BF034F}"/>
              </a:ext>
            </a:extLst>
          </p:cNvPr>
          <p:cNvSpPr/>
          <p:nvPr/>
        </p:nvSpPr>
        <p:spPr>
          <a:xfrm>
            <a:off x="2703871" y="2920182"/>
            <a:ext cx="707923" cy="2654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1498D1-107D-1645-0B0E-67C24648005D}"/>
              </a:ext>
            </a:extLst>
          </p:cNvPr>
          <p:cNvSpPr/>
          <p:nvPr/>
        </p:nvSpPr>
        <p:spPr>
          <a:xfrm>
            <a:off x="4542503" y="4011561"/>
            <a:ext cx="196645" cy="1081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977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034304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Personalized Fitness Coaching</a:t>
            </a:r>
          </a:p>
          <a:p>
            <a:r>
              <a:rPr lang="en-IN" sz="1800" dirty="0"/>
              <a:t>Provides recommendations tailored to user goals.</a:t>
            </a:r>
          </a:p>
          <a:p>
            <a:endParaRPr lang="en-IN" sz="1800" b="1" dirty="0"/>
          </a:p>
          <a:p>
            <a:r>
              <a:rPr lang="en-IN" sz="1800" b="1" dirty="0"/>
              <a:t>Multi-Agent Intelligence</a:t>
            </a:r>
          </a:p>
          <a:p>
            <a:r>
              <a:rPr lang="en-IN" sz="1800" dirty="0"/>
              <a:t>Separate agents for workouts, nutrition, and motivation.</a:t>
            </a:r>
          </a:p>
          <a:p>
            <a:endParaRPr lang="en-IN" sz="1800" b="1" dirty="0"/>
          </a:p>
          <a:p>
            <a:r>
              <a:rPr lang="en-IN" sz="1800" b="1" dirty="0"/>
              <a:t>Affordable and Accessible</a:t>
            </a:r>
          </a:p>
          <a:p>
            <a:r>
              <a:rPr lang="en-IN" sz="1800" dirty="0"/>
              <a:t>Available anytime without expensive trainers.</a:t>
            </a:r>
          </a:p>
          <a:p>
            <a:endParaRPr lang="en-IN" sz="1800" b="1" dirty="0"/>
          </a:p>
          <a:p>
            <a:r>
              <a:rPr lang="en-IN" sz="1800" b="1" dirty="0"/>
              <a:t>Habit Building Focus</a:t>
            </a:r>
          </a:p>
          <a:p>
            <a:r>
              <a:rPr lang="en-IN" sz="1800" dirty="0"/>
              <a:t>Encourages consistency through daily reminders and guidance.</a:t>
            </a:r>
          </a:p>
          <a:p>
            <a:endParaRPr lang="en-IN" sz="1800" b="1" dirty="0"/>
          </a:p>
          <a:p>
            <a:r>
              <a:rPr lang="en-IN" sz="1800" b="1" dirty="0"/>
              <a:t>Scalable Architecture</a:t>
            </a:r>
          </a:p>
          <a:p>
            <a:r>
              <a:rPr lang="en-IN" sz="1800" dirty="0"/>
              <a:t>Powered by IBM Granite and IBM Cloud.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  <a:r>
              <a:rPr lang="en-US" sz="1850" b="1" dirty="0">
                <a:solidFill>
                  <a:srgbClr val="2B3541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https://github.com/SaiHimaSindhu/AICTE_Fitness_Buddy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688258" y="1221716"/>
            <a:ext cx="8790039" cy="4208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	</a:t>
            </a:r>
          </a:p>
          <a:p>
            <a:r>
              <a:rPr lang="en-IN" sz="2000" b="1" dirty="0"/>
              <a:t>	Wearable Integration</a:t>
            </a:r>
          </a:p>
          <a:p>
            <a:r>
              <a:rPr lang="en-IN" sz="2000" dirty="0"/>
              <a:t>	Connect with smartwatches and fitness trackers.</a:t>
            </a:r>
          </a:p>
          <a:p>
            <a:endParaRPr lang="en-IN" sz="2000" b="1" dirty="0"/>
          </a:p>
          <a:p>
            <a:r>
              <a:rPr lang="en-IN" sz="2000" b="1" dirty="0"/>
              <a:t>	Voice Assistant</a:t>
            </a:r>
          </a:p>
          <a:p>
            <a:r>
              <a:rPr lang="en-IN" sz="2000" dirty="0"/>
              <a:t>	Voice-based fitness coaching.</a:t>
            </a:r>
          </a:p>
          <a:p>
            <a:endParaRPr lang="en-IN" sz="2000" b="1" dirty="0"/>
          </a:p>
          <a:p>
            <a:r>
              <a:rPr lang="en-IN" sz="2000" b="1" dirty="0"/>
              <a:t>	Multilingual Support</a:t>
            </a:r>
          </a:p>
          <a:p>
            <a:r>
              <a:rPr lang="en-IN" sz="2000" dirty="0"/>
              <a:t>	Support Telugu, Hindi, Tamil, and English.</a:t>
            </a:r>
          </a:p>
          <a:p>
            <a:endParaRPr lang="en-IN" sz="2000" b="1" dirty="0"/>
          </a:p>
          <a:p>
            <a:r>
              <a:rPr lang="en-IN" sz="2000" b="1" dirty="0"/>
              <a:t>	AI Progress Tracking</a:t>
            </a:r>
          </a:p>
          <a:p>
            <a:r>
              <a:rPr lang="en-IN" sz="2000" dirty="0"/>
              <a:t>	Track weight loss and fitness achievement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D46B7-2171-C053-EE19-14535F7EF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003" y="1327569"/>
            <a:ext cx="6888655" cy="532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D7CD65-C434-4A6F-33AB-D2E01213C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64" y="1356954"/>
            <a:ext cx="8331063" cy="508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700</Words>
  <Application>Microsoft Office PowerPoint</Application>
  <PresentationFormat>Widescreen</PresentationFormat>
  <Paragraphs>158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Output Screenshot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Sindhu K</cp:lastModifiedBy>
  <cp:revision>8</cp:revision>
  <dcterms:created xsi:type="dcterms:W3CDTF">2025-07-08T05:06:56Z</dcterms:created>
  <dcterms:modified xsi:type="dcterms:W3CDTF">2026-09-11T09:15:27Z</dcterms:modified>
</cp:coreProperties>
</file>